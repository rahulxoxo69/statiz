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GB" sz="4000" u="none" cap="none" strike="noStrike">
                <a:solidFill>
                  <a:schemeClr val="accent1"/>
                </a:solidFill>
                <a:latin typeface="Google Sans"/>
                <a:ea typeface="Google Sans"/>
                <a:cs typeface="Google Sans"/>
                <a:sym typeface="Google Sans"/>
              </a:rPr>
              <a:t>Guidelines</a:t>
            </a:r>
            <a:endParaRPr b="1" i="0" sz="4000" u="none" cap="none" strike="noStrike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Kindly use the given template for submitting your 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prototype</a:t>
            </a: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(Make a copy of the template)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One team is only required to submit one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Follow this template while preparing your presentation.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You are welcome to add as many POCs and design concepts to support your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The project should be feasible and the team members should be capable enough, to come up with the fully functioning prototype of the same idea, if required.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186200" y="3221675"/>
            <a:ext cx="8760000" cy="16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600"/>
              <a:t>Team Details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1600"/>
              <a:t/>
            </a:r>
          </a:p>
          <a:p>
            <a:r>
              <a:rPr sz="1600"/>
              <a:t>Team name: Team Statiz</a:t>
            </a:r>
          </a:p>
          <a:p>
            <a:r>
              <a:rPr sz="1600"/>
              <a:t>Team leader name: Rahul 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 about your solution</a:t>
            </a:r>
            <a:endParaRPr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200000" y="14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SpecSheet → Smart Catalog turns minimal product information (part number, brand, short description, manufacturer URL, reference PDFs) into rich, governed product intelligence.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Given sparse inputs, the pipeline scrapes manufacturer pages and reference documents, extracts spec tables from PDFs, auto-classifies each product into UNSPSC taxonomy with a confidence score, generates the six description types, up to 20 features and 50 attribute triplets (label/value/UOM), and writes the exact 252-column delivery format — with a human review console for governance.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Result on demo data: 145 products, 100% family classification accuracy, 116 cross-supplier cross-references, 8-second CPU runtime, $0 API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/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1. How does your solution enrich minimal product information?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Briefly explain how your solution transforms limited inputs (e.g., Part Number, Brand, Short Description) into rich product intelligence.</a:t>
            </a:r>
            <a:endParaRPr i="1" sz="1000">
              <a:solidFill>
                <a:srgbClr val="43434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2. How does your solution ensure accuracy and trust in the generated product data?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Describe your validation strategy. This may include:</a:t>
            </a:r>
            <a:endParaRPr i="1" sz="1000">
              <a:solidFill>
                <a:srgbClr val="43434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(Confidence scoring, Multi-source verification, Human review, Rule-based validation, AI validation, Other approaches)</a:t>
            </a:r>
            <a:endParaRPr i="1" sz="1000">
              <a:solidFill>
                <a:srgbClr val="43434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3. What makes your solution scalable for enterprise product catalogs?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Describe how your solution would handle: Large product catalogs, New manufacturers, Different document formats, Continuous product updates</a:t>
            </a:r>
            <a:endParaRPr i="1" sz="1000">
              <a:solidFill>
                <a:srgbClr val="434343"/>
              </a:solidFill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00000" y="21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1D4ED8"/>
                </a:solidFill>
              </a:rPr>
              <a:t>1 · Enrichment from minimal inputs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Manufacturer page scraping (static + headless-browser fallback) extracts JSON-LD, meta tags and page text; reference PDFs (owner manuals, installation guides, spec sheets) are parsed into key/value tables. An LLM pass (structured JSON output) fuses all evidence into the delivery fields: 6 description variants, 20 features, 50 attribute triplets with UOMs, dimensions, certifications, images and document links. A heuristic JSON-LD path does the same offline.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D4ED8"/>
                </a:solidFill>
              </a:rPr>
              <a:t>2 · Accuracy and trust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Confidence scoring on every classification (badge shown per product)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Multi-source verification: LLM values never overwrite hard JSON-LD facts; attributes cross-checked between page and PDF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Source grounding: every enriched attribute stores its source document + header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Rule-based validation: unit/range checks, required-attribute flags per family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Human review console: approve/correct before export — governed by construction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Anti-hallucination prompt constraints: leave-blank rules; no invented certifications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D4ED8"/>
                </a:solidFill>
              </a:rPr>
              <a:t>3 · Enterprise scalability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Fuzzy column detection (RapidFuzz): new manufacturers and unseen file layouts map automatically — no code changes, no hardcoding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Embedding classification scales to full UNSPSC/eCl@ss (41k classes) by swapping taxonomy data — architecture unchanged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Row-by-row streaming + disk-cached fetches handle large catalogs and cheap re-runs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Continuous updates: re-run any row; review state persists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Opportunities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different is it from any of the other existing ideas?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will it be able to solve the problem statemen</a:t>
            </a: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t given</a:t>
            </a: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USP of the proposed solution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59595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200000" y="235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1D4ED8"/>
                </a:solidFill>
              </a:rPr>
              <a:t>How different from existing ideas?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No mainstream PIM/search vendor natively auto-classifies to industrial taxonomies (UNSPSC/eCl@ss/ETIM); only one (inRiver) partially extracts datasheets; enrichment leaders enrich their own search index, not an exportable governed catalog. Partly proved cross-referencing data is worth $500M — but automotive-only. We combine all of it, self-serve.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D4ED8"/>
                </a:solidFill>
              </a:rPr>
              <a:t>How it solves the problem statement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Minimal product information (part no, brand, short desc) + manufacturer URLs is exactly our input; the 252-column delivery format is exactly our output — populated dynamically with unseen evaluation data handled by fuzzy schema detection.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D4ED8"/>
                </a:solidFill>
              </a:rPr>
              <a:t>USP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1. $0 cost, CPU-only, offline-capable (graceful LLM fallback) — vs $45–100K/yr tools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2. Every AI value carries evidence: confidence + source span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3. Cross-supplier substitute matching built in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4. 8-second end-to-end runtime on a laptop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List of features offered by the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200000" y="15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Fuzzy schema ingestion: any supplier's CSV/XLSX column names auto-mapped (in→mm, comma decimals)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Manufacturer URL scraping with headless-browser fallback · PDF spec-sheet extraction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UNSPSC auto-classification with confidence scores and top-5 candidate evidence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LLM enrichment: 6 description types, 20 features, 50 attribute triplets (label/value/UOM)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Cross-supplier part cross-referencing + substitute search API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Human review console: approve/correct, confidence badges, source-tagged attributes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Delivery export: all 252 static headers populated exactly (CSV + XLSX)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Multi-provider free LLM layer (Cerebras/Groq/Gemini) with deterministic offline fallback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Process flow diagram or Use-case diagram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38" name="Picture 137" descr="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00" y="1450000"/>
            <a:ext cx="9546429" cy="3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Wireframes/Mock diagrams of the proposed solution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44" name="Picture 143" descr="mvp_cons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00" y="1400000"/>
            <a:ext cx="9428571" cy="3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50" name="Picture 149" descr="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00" y="1500000"/>
            <a:ext cx="9257143" cy="32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 used in the solution</a:t>
            </a:r>
            <a:endParaRPr b="0" i="0" sz="12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200000" y="21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Python 3.14 · FastAPI + Uvicorn (API &amp; review console) · sentence-transformers MiniLM (local embeddings)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PyMuPDF + pdfplumber (PDF extraction) · RapidFuzz (fuzzy matching) · pandas/openpyxl (I/O)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Playwright/Chromium (JS-page scraping) · httpx (cached fetch layer)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LLM layer: Cerebras → Groq → Gemini free tiers, OpenAI-compatible JSON mode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Estimated implementation cost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200000" y="15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Prototype: $0.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LLMs: free tiers (Cerebras ~30K TPM / Groq / Gemini), offline heuristic fallback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Embeddings: local on CPU — no API cost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Hosting: Cloudflare quick tunnel (demo); Render free tier for a persistent MVP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At scale: paid LLM tier ≈ $0.001–0.005 per product; 100K products ≈ $100–500 one-time.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Snapshots of the MVP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68" name="Picture 167" descr="mvp_cons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0" y="1400000"/>
            <a:ext cx="6000000" cy="2100000"/>
          </a:xfrm>
          <a:prstGeom prst="rect">
            <a:avLst/>
          </a:prstGeom>
        </p:spPr>
      </p:pic>
      <p:pic>
        <p:nvPicPr>
          <p:cNvPr id="169" name="Picture 168" descr="mvp_ap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0000" y="1400000"/>
            <a:ext cx="6000000" cy="2100000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3600000" y="37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475569"/>
                </a:solidFill>
              </a:rPr>
              <a:t>Review console (left) · substitute search API (right)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Additional Details/Future Development (if any)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200000" y="155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Engineering-constraint substitution validation (fit/load margins, not just dimensions)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OCR path for scanned datasheets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Full eCl@ss/ETIM taxonomy trees + multi-language descriptions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Image enrichment: product-photo attribute extraction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Incremental catalog sync + enterprise SSO for review workflow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Provide links to your: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GitHub Public Repository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Demo Video Link (3 Minutes)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oogle Sans"/>
              <a:buAutoNum type="arabicPeriod"/>
            </a:pP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Working Prototype Link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200000" y="16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GitHub Public Repository: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https://github.com/Rahulxoxo69/Statiz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Demo Video: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https://github.com/Rahulxoxo69/Statiz/blob/main/demo/demo_video.mp4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Working Prototype: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https://day-atm-become-bureau.trycloudflare.com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(live review console — search, filter, approve, export CSV; substitutes API at /api/substitutes/BRG-BEA0000)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